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1EA8-2A4F-1C48-2C23-4842A31BF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682C9-8BF1-A4B6-3DA1-65946A3EE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8AE8B-8E79-7519-539A-C4FC6C15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5456F-830A-D1B8-EC5D-264580F6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A77EC-B386-F0BF-9C30-BFE2C874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328D-D7E6-2611-73FA-79AD150F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606AF-46FF-45FB-008C-656E4459A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6A30-AF8A-BD72-2B5C-E0D735F9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C474-61D0-1295-20AD-569BB313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5EADA-BD2E-DC99-8674-412823FC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53C8-CC4A-92C3-A963-43B4D044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6CE4B-F49D-BC64-D391-EE344EC7F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D64C0-827F-77C1-033B-D04F94CD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8CD87-D577-18EA-1366-11269744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C32CD-6DBE-2A69-2393-7C6F44D1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6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87F1-74EA-5E49-F28A-522B1725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BFF8C-6F10-1CE0-EFEB-89AED512D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E5958-ABF4-11E5-AF13-29EDAD352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D36D3-1CF8-70ED-FCEE-33663344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92C98-212F-514A-E45C-FDA06FEA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8DE92-A428-B6ED-CFE1-2C3A5DF0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0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4C48-EC2B-3A85-8C28-A825075B3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9F477-229A-41C8-10F1-A1AD0EECD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F460A-02E3-919A-EF5C-800D82CE3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05B47-FA9B-3C40-1067-A0FA79D09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4E3D9-013B-9BDD-1F04-1F5A14EFE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D6997-B64C-1405-DE37-0FB9794E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16099-4633-9509-7ACB-2CE3481A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BA71A-2286-B817-B857-8E2322C7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8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2D08-524D-D649-37AF-50B1B06E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57EAD-E751-F35B-7E0B-C8703889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1BDB3-8F3E-3404-248A-2B019978F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549BC-E088-154B-9ADC-0EDD988E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84378-2710-B3EB-CF28-416D601ED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41D79-3BCD-1163-FD94-76C3C5ED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6B876-A352-8342-3114-3567C7BC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DDC3-3790-111B-2D95-5F934ADA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8320B-2C07-9C8F-1432-09041519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B300F-BE21-5DF8-A830-5712FB858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DBD02-6B4F-2BB0-8A98-0329AF6C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A5EF9-2335-1E0D-BF74-BF449F80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73E68-EADC-1BE7-318F-D6DB428E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0209-5C7F-79F1-2DF0-F97228B3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72FA2-E12D-DE65-99F9-AAE919A39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0EE15-CD84-056A-D3F6-89D4EE959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C330D-3CBC-BF3C-3DC1-08ECA516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516FA-DF35-A929-96D5-38C81687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0D8DC-7CB7-EF80-8090-12867061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2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3F81-7F3C-2AFB-7A37-49CA9605D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10C56-EC3B-F63C-FBC8-1CBABC287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22632-14F3-6D11-9BA9-94762FCE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2AFAA-CF09-EA05-217C-573F3A0F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5137C-BA81-34D0-A55E-11F18508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0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8F9BB-DB06-7A0E-ED45-262E19B53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DC0E4-D435-047A-1F85-D9368469B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93C52-B495-74D4-3C35-35F933722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36A7-5D83-E1BC-C12C-431836FF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C153-4ABF-5928-82F3-6A4F337C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2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9F95C-FFB4-73C7-9C55-1EEE4CBA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7AFF0-381A-F280-F488-0B55695C1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DE966-DFFD-332C-596D-65F937A7B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FEDA2-AC8E-4BEF-A178-1CDFFC15EE7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D2F43-19EC-5C9B-7C7E-3C4415B7E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B2325-FF99-0763-7AE7-480DC26CC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C1066-43B1-4880-84D6-570B3F3BA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3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E96987-6776-C7E9-036C-D060D878DABD}"/>
              </a:ext>
            </a:extLst>
          </p:cNvPr>
          <p:cNvSpPr txBox="1"/>
          <p:nvPr/>
        </p:nvSpPr>
        <p:spPr>
          <a:xfrm>
            <a:off x="226444" y="585968"/>
            <a:ext cx="7122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project C# sang x64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Visual Studio → Click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Project →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Properties → Tab Build → Platform target: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x64 (KHÔNG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AnyCPU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KHÔNG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x86)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 + Rebuild project.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74674-1CDB-0464-9E4C-96CDE19EC205}"/>
              </a:ext>
            </a:extLst>
          </p:cNvPr>
          <p:cNvSpPr txBox="1"/>
          <p:nvPr/>
        </p:nvSpPr>
        <p:spPr>
          <a:xfrm>
            <a:off x="226443" y="121572"/>
            <a:ext cx="7847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KHẮC PHỤC DỨT ĐIỂM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pythonnet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bạn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7E301-A973-701F-6B4D-C89DB77B4BC2}"/>
              </a:ext>
            </a:extLst>
          </p:cNvPr>
          <p:cNvSpPr txBox="1"/>
          <p:nvPr/>
        </p:nvSpPr>
        <p:spPr>
          <a:xfrm>
            <a:off x="226443" y="5810367"/>
            <a:ext cx="10599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python37.dll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đúngĐường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C:\Users\vu.huynhnguyenhoang\AppData\Local\Programs\Python\Python37\python37.dll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3MB (click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 Properties &gt; General &gt; Size)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0459C2-DB94-D510-579B-CBC24FDF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33" y="2116623"/>
            <a:ext cx="6583437" cy="35475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224D58F-9CD5-B887-7AC5-98BE28D796A0}"/>
              </a:ext>
            </a:extLst>
          </p:cNvPr>
          <p:cNvSpPr/>
          <p:nvPr/>
        </p:nvSpPr>
        <p:spPr>
          <a:xfrm>
            <a:off x="2670115" y="2933700"/>
            <a:ext cx="847785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95912-6FA1-C58F-1071-98DB7F11016F}"/>
              </a:ext>
            </a:extLst>
          </p:cNvPr>
          <p:cNvSpPr/>
          <p:nvPr/>
        </p:nvSpPr>
        <p:spPr>
          <a:xfrm>
            <a:off x="829333" y="2250139"/>
            <a:ext cx="847785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06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22555B-715E-2836-235B-97F3A0A7A421}"/>
              </a:ext>
            </a:extLst>
          </p:cNvPr>
          <p:cNvSpPr txBox="1"/>
          <p:nvPr/>
        </p:nvSpPr>
        <p:spPr>
          <a:xfrm>
            <a:off x="393700" y="648355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C#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4B498-5706-FF96-E6BF-601865186D63}"/>
              </a:ext>
            </a:extLst>
          </p:cNvPr>
          <p:cNvSpPr txBox="1"/>
          <p:nvPr/>
        </p:nvSpPr>
        <p:spPr>
          <a:xfrm>
            <a:off x="6870700" y="762000"/>
            <a:ext cx="304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Python </a:t>
            </a:r>
            <a:r>
              <a:rPr lang="en-US" dirty="0" err="1"/>
              <a:t>tên</a:t>
            </a:r>
            <a:r>
              <a:rPr lang="en-US" dirty="0"/>
              <a:t> file </a:t>
            </a:r>
            <a:r>
              <a:rPr lang="en-US" dirty="0" err="1"/>
              <a:t>sumtest</a:t>
            </a: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77CB2DD-A145-52EF-71D5-F55B55E46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1428234"/>
            <a:ext cx="4343400" cy="36933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 Unicode MS"/>
                <a:ea typeface="JetBrains Mono"/>
              </a:rPr>
              <a:t>calc_sum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a,b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a+b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AA362-7D15-5FE4-3A7D-5954CBEFC8CB}"/>
              </a:ext>
            </a:extLst>
          </p:cNvPr>
          <p:cNvSpPr txBox="1"/>
          <p:nvPr/>
        </p:nvSpPr>
        <p:spPr>
          <a:xfrm>
            <a:off x="393700" y="1131332"/>
            <a:ext cx="56184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Python.Runtime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basic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Nhập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 a: 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sz="8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Nhập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 b: 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FR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sz="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800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fr-FR" sz="8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fr-FR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fr-FR" sz="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Environment.SetEnvironmentVariable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"PYTHONNET_PYDLL"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800" dirty="0">
                <a:solidFill>
                  <a:srgbClr val="800000"/>
                </a:solidFill>
                <a:latin typeface="Consolas" panose="020B0609020204030204" pitchFamily="49" charset="0"/>
              </a:rPr>
              <a:t>@"C:\Users\vu.huynhnguyenhoang\AppData\Local\Programs\Python\Python37\python37.dll"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EnvironmentVariableTarget.Process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);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PythonEngine.Initialize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Py.GIL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dynamic sys =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Py.Import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"sys"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sys.path.append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800000"/>
                </a:solidFill>
                <a:latin typeface="Consolas" panose="020B0609020204030204" pitchFamily="49" charset="0"/>
              </a:rPr>
              <a:t>@"D:\1. </a:t>
            </a:r>
            <a:r>
              <a:rPr lang="en-US" sz="800" dirty="0" err="1">
                <a:solidFill>
                  <a:srgbClr val="800000"/>
                </a:solidFill>
                <a:latin typeface="Consolas" panose="020B0609020204030204" pitchFamily="49" charset="0"/>
              </a:rPr>
              <a:t>OE_Keson</a:t>
            </a:r>
            <a:r>
              <a:rPr lang="en-US" sz="800" dirty="0">
                <a:solidFill>
                  <a:srgbClr val="800000"/>
                </a:solidFill>
                <a:latin typeface="Consolas" panose="020B0609020204030204" pitchFamily="49" charset="0"/>
              </a:rPr>
              <a:t>\6.2025\12.Laser line scanner\PythonProject1"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dynamic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summod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Py.Import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sumtest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 // file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py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chứa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hàm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summod.calc_sum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(a, b); //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hàm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trong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Py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Tổng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{a}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 + 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{b}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{result}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Console.ReadKey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PythonEngine.Shutdown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DF201A-BA56-FB2B-CC47-484C9AFB2E4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276850" y="3295650"/>
            <a:ext cx="7353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8F7340-D178-539D-9A76-66211AC37EB1}"/>
              </a:ext>
            </a:extLst>
          </p:cNvPr>
          <p:cNvSpPr txBox="1"/>
          <p:nvPr/>
        </p:nvSpPr>
        <p:spPr>
          <a:xfrm>
            <a:off x="6012180" y="2845527"/>
            <a:ext cx="6096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Environment.SetEnvironmentVariable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"PYTHONNET_PYDLL"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@"D:\1. </a:t>
            </a:r>
            <a:r>
              <a:rPr lang="en-US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OE_Keson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\6.2025\1.C#\basic\basic\Python37\python37.dll"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EnvironmentVariableTarget.Process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);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507DB0-FD74-E532-FA05-FA03E8F514C9}"/>
              </a:ext>
            </a:extLst>
          </p:cNvPr>
          <p:cNvSpPr/>
          <p:nvPr/>
        </p:nvSpPr>
        <p:spPr>
          <a:xfrm>
            <a:off x="6096000" y="2505075"/>
            <a:ext cx="6012180" cy="16192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9C808-D6E3-766C-CEA5-35E2A73EAE32}"/>
              </a:ext>
            </a:extLst>
          </p:cNvPr>
          <p:cNvSpPr txBox="1"/>
          <p:nvPr/>
        </p:nvSpPr>
        <p:spPr>
          <a:xfrm>
            <a:off x="6743700" y="4464777"/>
            <a:ext cx="5223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copy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python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2084069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18BEC7-FB01-ECB6-168C-9AD310B471F0}"/>
              </a:ext>
            </a:extLst>
          </p:cNvPr>
          <p:cNvSpPr txBox="1"/>
          <p:nvPr/>
        </p:nvSpPr>
        <p:spPr>
          <a:xfrm>
            <a:off x="1682151" y="612475"/>
            <a:ext cx="94372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 b="1" dirty="0"/>
              <a:t>Cách thiết lập PyCharm để lập trình NXOpen Python</a:t>
            </a:r>
            <a:endParaRPr lang="en-US" sz="12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1200" dirty="0"/>
              <a:t>Xác định đúng Python Interpreter của NXNX cài kèm Python riêng (thường là 3.7, 3.9, 3.10 tùy bản).</a:t>
            </a:r>
            <a:endParaRPr lang="en-US" sz="1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1200" dirty="0"/>
              <a:t>Đường dẫn thường là:</a:t>
            </a:r>
            <a:endParaRPr lang="en-US" sz="1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1200" dirty="0"/>
              <a:t>C:\ProgramFiles\Siemens\NX\NX2401\NXBIN\python.exehoặcC:\Program Files\Siemens\NX\NX2401\NXBIN\python3x.exe2. </a:t>
            </a:r>
            <a:endParaRPr lang="en-US" sz="1200" dirty="0"/>
          </a:p>
          <a:p>
            <a:endParaRPr lang="en-US" sz="1200" dirty="0"/>
          </a:p>
          <a:p>
            <a:r>
              <a:rPr lang="vi-VN" sz="1200" b="1" dirty="0"/>
              <a:t>Thêm interpreter NX vào PyCharm</a:t>
            </a:r>
            <a:endParaRPr lang="en-US" sz="1200" b="1" dirty="0"/>
          </a:p>
          <a:p>
            <a:r>
              <a:rPr lang="en-US" sz="1200" dirty="0"/>
              <a:t>	</a:t>
            </a:r>
            <a:r>
              <a:rPr lang="vi-VN" sz="1200" dirty="0"/>
              <a:t>File &gt; Settings &gt; Project: ... &gt; Python InterpreterAdd Interpreter → Add Local InterpreterChọn Existing EnvironmentBrowse đến python.exe trong NXBIN (đúng với bản NX đang dùng)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403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506</Words>
  <Application>Microsoft Office PowerPoint</Application>
  <PresentationFormat>Widescreen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 Unicode MS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HuynhNguyenHoang-VINA</dc:creator>
  <cp:lastModifiedBy>Vu HuynhNguyenHoang-VINA</cp:lastModifiedBy>
  <cp:revision>7</cp:revision>
  <dcterms:created xsi:type="dcterms:W3CDTF">2025-11-05T04:16:40Z</dcterms:created>
  <dcterms:modified xsi:type="dcterms:W3CDTF">2025-11-05T07:02:15Z</dcterms:modified>
</cp:coreProperties>
</file>